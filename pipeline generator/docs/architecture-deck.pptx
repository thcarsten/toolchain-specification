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notes for the presenter. Assumes comfort with RDF, Turtle, SPARQL, rdflib.
REPOSITORY CONTEXT
- Location: toolchain-specification/pipeline generator/. Compilers under src/compilers/. End-to-end walkthrough in src/demo.ipynb. Sample catalog in data/catalog.ttl.
- What it does: reads a pipeline definition and a component catalog (both RDF), assembles an in-memory build graph, emits a project folder with framework-specific configs and docker-compose.yml.
- Target frameworks: RDF-Connect, LDIO, semantic.works.
- rdfine (src/rdfine/): in-repo wrapper over rdflib exposing GraphReader (filter, traverse, select, construct, add). Used by every compiler.
- tcs: namespace: tcs:PipelineBuild, tcs:DockerContainer, tcs:DockerComposeConfig, tcs:File, tcs:compiledFile, tcs:filename, tcs:filepath, tcs:literal, tcs:instantiates, tcs:runs.
DECK STRUCTURE
Problem, core idea, three design decisions, compiler set, roadmap.
FALLBACK FRAMING
For any deep implementation question: source-code compiler with an RDF graph in place of an AST. Inputs are RDF (definition + catalog); the intermediate representation is an RDF build graph; code generation is a set of small compilers that attach tcs:File nodes carrying the emitted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 THE PROBLEM
Mixing components from multiple frameworks (RDF-Connect, LDIO, semantic.works) currently requires hand-writing configs in several formats, working around implicit implementation constraints, and rewiring everything whenever the framework mix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 THE CORE IDEA
One RDF description of the pipeline plus a component catalog (also RDF) are the single source of truth. Every framework-specific artifact is derived from them.
Q: Why RDF for the internal build state and not a Python object model?
A: The inputs are already RDF (public toolchain specification and the catalog); using RDF throughout avoids a translation layer, keeps the vocabulary extensible without schema migrations, and makes every intermediate inspectable with SPARQL.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 END-TO-END FLOW
Two RDF inputs (pipeline definition + catalog) -&gt; the generator, which builds an in-memory RDF build graph -&gt; a project folder on disk. This is where the term "build graph" enters; it is used throughout the rest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 THREE DESIGN DECISIONS
Signpost slide. Three decisions: (1) generation as graph transformation, (2) small self-registering compilers, (3) a self-describing build graph. Each is unpacked on the following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 DECISION 1: EVERYTHING IS A GRAPH TRANSFORMATION
- Every compiler takes an rdflib.Graph and returns an enriched rdflib.Graph. The only I/O happens in ProjectBuilder, which is not a Compiler subclass.
- The five-stop diagram sequences the graph's states: catalog -&gt; seeded (extractor) -&gt; built (assembler and any BUILD-tier compilers) -&gt; enriched with file nodes (FILE-tier compilers) -&gt; written to disk.
- Because every intermediate is a graph, inspection at any stage is a matter of calling .compile() and looking at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 DECISION 2: SMALL COMPILERS, SELF-REGISTERING
- Concrete compilers subclass Compiler in src/compilers/base.py. Compiler.__init_subclass__ appends every non-abstract subclass to Compiler._registry; the driver iterates that registry sorted by Tier. There is no explicit compiler list in the driver.
- Tiers: SEED (extractor + assembler, always run first and unconditionally), BUILD (shape the graph, e.g. SemanticWorksCompiler), FILE (attach a tcs:File node - the LDIO, RDF-Connect, and Docker Compose compilers).
- Each compiler defines an applies_to(graph_reader) classmethod that inspects the build graph and returns a boolean. Default is True. FILE-tier compilers typically override with a single filter check (e.g. "is there a container instantiating the LDIO orchestrator?").
- Adding a framework: drop a new Compiler subclass into src/compilers/, import it from compilers/__init__.py. The driver is not touched.
Q: How is compiler ordering guaranteed within a tier?
A: It isn't. Compilers in the same tier must be commutative. In practice each FILE-tier compiler operates on a disjoint slice of the build graph selected by its applies_to check.
Q: How does the driver know what to run?
A: Compiler.__init_subclass__ populates the class-level registry on import. PipelineGenerator runs the two SEED compilers unconditionally, then iterates the remaining registry sorted by tier, calling each compiler's applies_to and invoking those that return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 DECISION 3: THE BUILD GRAPH IS SELF-DESCRIBING
- FILE-tier compilers do not return paths or strings. They call self._attach_file(filename, filepath, content) from inside _compile(), which adds a tcs:File node to the build graph and links it to the tcs:PipelineBuild via tcs:compiledFile. The file body is stored on tcs:literal.
- The file-node IRI is derived by slugifying filepath_filename, so the same (filepath, filename) pair yields a stable IRI across runs.
- ProjectBuilder reads the tcs:File nodes off the compiled build graph and writes them to disk. Planned writes are collected into a pandas.DataFrame on builder.files first, so they can be inspected without touching the filesystem. A path-traversal guard rejects any tcs:filepath that would escape the target directory.
- Consequence: a compiled build is a single serializable RDF artifact. Provenance, caching, diffing, and replay reduce to graph operations.
Q: Why bake file bodies into the graph as tcs:literal rather than side-tables?
A: So the compiled build is a single serializable artifact. Provenance, caching, diffing, and replay become graph operations; ProjectBuilder stays trivial.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 THE DESIGN IN PRACTICE
The six-row table lists every concrete compiler with its tier, trigger, and output. The two SEED compilers (PipelineExtractor, PipelineAssembler) are excluded from registry dispatch and hard-wired at the top of PipelineGenerator.compile(); every other compiler is discovered via the registry.
VOCABULARY (for reference)
- Pipeline Definition: RDF description of a data pipeline, expressed against the public semantic model.
- Component / Catalog: a component is a reusable pipeline building block; the catalog is the RDF library of all available components (data/catalog.ttl).
- Build graph: the in-memory rdflib.Graph the generator assembles. All build state lives here.
- tcs:PipelineBuild: root node of a build graph. Generated files hang off it via tcs:compiledFile.
- tcs:File: RDF node representing a generated file. Carries tcs:filename, tcs:filepath, tcs:literal (the body).
- Compiler: subclass in src/compilers/. Takes the build graph, transforms it, returns it. Registers automatically on import.
- Tier: Tier.SEED / Tier.BUILD / Tier.FILE. Sequences the compilers; within a tier, ordering must not matter.
- applies_to: classmethod on every compiler. Decides whether the compiler should run against a given build graph.
- rdfine / GraphReader: in-repo wrapper over rdflib used by every compiler.
- ProjectBuilder: the filesystem boundary. Walks the tcs:File nodes and writes them out.
Q: What happens when two frameworks share a container arrangement?
A: Each framework compiler emits its own config file. They meet in docker-compose.yml, produced by a single framework-agnostic DockerComposeCompiler that reads every tcs:DockerComposeConfig node.
Q: How is this tested?
A: Every compiler is a graph-in / graph-out function, so unit tests are graph fixtures with assertions on the output graph. src/demo.ipynb is the end-to-end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9 - WHERE WE GO NEXT
- Already delivered: multi-framework interoperability (RDF-Connect + LDIO + semantic.works), automatic Docker Compose wiring across frameworks, self-describing build graphs, filesystem projection.
- Coming: ad-hoc Dockerfile generation for RDF-Connect (ship only the components a pipeline actually uses); NifiCompiler for Urban Sense; validation as a separate deliverable.
- Synergies: WP1 discovery-compatible semantic model, WP3 authoring frontend, WP4 uses demo.ipynb as its demonstrator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Generator — Architecture &amp; Design</dc:title>
  <dc:subject>PptxGenJS Presentation</dc:subject>
  <dc:creator>Created by Marp</dc:creator>
  <cp:lastModifiedBy>Created by Marp</cp:lastModifiedBy>
  <cp:revision>1</cp:revision>
  <dcterms:created xsi:type="dcterms:W3CDTF">2026-07-01T13:17:12Z</dcterms:created>
  <dcterms:modified xsi:type="dcterms:W3CDTF">2026-07-01T13:17:12Z</dcterms:modified>
</cp:coreProperties>
</file>